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AD845-EE1C-4684-B9C3-CC60C837C0E5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C11B9-E1BF-47AA-A458-AE5A8BEB9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91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C11B9-E1BF-47AA-A458-AE5A8BEB962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68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C11B9-E1BF-47AA-A458-AE5A8BEB962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75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7DF0-1E20-5C6B-DCC5-1B3CA47F3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65362-4F9A-0280-0BFE-0EBF8BF26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705EC-D9C5-B4E6-DB8F-5C9EC320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9F6A-955F-47F0-8209-790E36F38481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71CD6-36CD-7446-5D74-64130F08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3A36-221D-0322-8CBC-8E73399E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95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7C8D-2314-FC16-FB25-EDB2D0CD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CDAB-D81F-ADC6-CE4F-85E1A059A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C13EF-E619-FBDD-37A6-6D40E5E0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0AC7-52E6-4C25-827D-29FE46882915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E3289-74C1-90CA-340E-CA887EF1E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3114B-8562-0103-3893-92CAA8D5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5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FF9E-187E-64E5-2CA5-73232101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A6D77-B093-5AD9-8E5C-7C74BA796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F7FD-9A03-2739-31E0-6954EECD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BAD6-B268-4D53-A33E-A355D2A35DB1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B866-4FD2-BCC5-FF91-464580DE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F3C8-F026-D06D-9E81-45EC91E8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60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7D3C-BCDF-2596-3C29-25FF607F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547D-D6C1-43E5-6FF9-E3CAE2E7C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00522-C87B-22DD-03B2-818F5B18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D0F82-44A7-1C60-E38C-09C29F24C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3CBE-47FF-4677-8931-7148BADCB93C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F6E76-F348-5593-4119-8000CE63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C63C3-9F11-9004-0BB1-0285C008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0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018A-8176-04FA-9226-3FAAFDBE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7BB81-1A9D-2180-A259-B4EE949E2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4BE3E-E325-6210-8A5F-CF4787EC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7F238-E087-B89C-5A47-4C8DDB0E3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A8E19-617D-FB03-2D98-BBAFD90A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D867F-E16E-D2A9-DF3E-64B8A145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CE44-532C-4D4E-BEEC-AA6BBA5E3470}" type="datetime1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85632-37A8-A86F-E1D3-FC1D5A3F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A29FD7-A7AA-5943-1221-F46C620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91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569E-E662-10EB-F7CC-44D5829C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C6ACE-8C64-9002-C378-424B8EB9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B1D9-9F28-49A4-A8B2-273FE173DA7F}" type="datetime1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DEDA8-3C8B-B9A5-66A3-296F66D9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C2035-07D1-CFA6-D79F-B019C59E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02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A5AE7-1563-13B0-3FFF-F013C774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F4C5D-ABFB-4F94-8E01-4AD973D4BD01}" type="datetime1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12B5C-7CA2-F7A4-CA31-D8D5F862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EA178-D06B-A3B5-D097-E8ED1C3C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88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325F-9840-2A78-DA51-EB5F73C6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5F0B-1CB6-2F26-4AB5-CF4E86D0E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115CD-CC8A-D240-F280-CF493D761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471CD-3FC3-7941-D6DC-8CC81B52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8D387-8B3F-4349-B6E8-8DC529C26CCD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6D1B8-8477-FE2E-3BB7-FC424522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F5CDA-DB43-5912-F1D7-D7653C36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2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9816-EEE2-BEE6-554C-A34F23E8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C95EB-E524-3ACA-2DC3-0D87998EE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65831-CABD-E0CB-9666-A86B93260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EA43-8A6B-8D9C-A9A9-D780B64B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3769-E30C-4488-AD3E-5A03878CE658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DAB57-4A41-DE82-DBC5-DFC827C7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F5BEE-369C-06DD-3E85-7FD6DE34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7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CA26-212C-B0D3-A7F9-EEFE5284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30DE3-DB19-95F7-9E21-C90D795F6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FBD9-1375-69B9-4194-C589257E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E43D4-520E-46C1-8E38-06FD764E09F3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07685-EDF0-8322-6E1F-872DF982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C87F2-795B-BCDB-0ECF-C6671989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0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46EBA-532F-6A41-A46C-E720E6B26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0C5C7-6BDC-EC59-F9C2-B0C99554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6A79C-83FB-E2A8-67CE-A33BCF5E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2D96B-D9CB-4BF3-9A63-79D945A1108A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11967-684D-32AE-BA8C-382E180D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2907-1FF0-55CD-BAFA-FF2CE982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09B8C-1B2F-A8A9-FC20-98DCD0E3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DF21A-4B80-B788-C5E0-9C9499DCE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B1C1-841B-0899-C2AA-DB87BD363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CB74-200E-4C62-94DE-5AB6E1AEA57B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13A80-BD27-6CEF-C068-2E1B32883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E892-9335-C8B8-3787-F13DABFE2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E83C6-08CF-47CC-B397-4F49BA986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819D54-B9D8-9E00-655D-1AF9AC1A5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" b="17580"/>
          <a:stretch>
            <a:fillRect/>
          </a:stretch>
        </p:blipFill>
        <p:spPr>
          <a:xfrm>
            <a:off x="260683" y="339842"/>
            <a:ext cx="1132734" cy="1089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CA6FF5-03E8-C8C0-462B-D2DA3A056938}"/>
              </a:ext>
            </a:extLst>
          </p:cNvPr>
          <p:cNvSpPr txBox="1"/>
          <p:nvPr/>
        </p:nvSpPr>
        <p:spPr>
          <a:xfrm>
            <a:off x="1636294" y="298760"/>
            <a:ext cx="101386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Nirmala College of Engineering Technology and Management</a:t>
            </a:r>
          </a:p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9FC86-1CE4-6DC9-ECB1-E1E07B923E24}"/>
              </a:ext>
            </a:extLst>
          </p:cNvPr>
          <p:cNvSpPr txBox="1"/>
          <p:nvPr/>
        </p:nvSpPr>
        <p:spPr>
          <a:xfrm>
            <a:off x="4765924" y="4209176"/>
            <a:ext cx="2660147" cy="47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F4F4C44-5B2A-7C8E-3EB4-7D272EB3C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607609"/>
              </p:ext>
            </p:extLst>
          </p:nvPr>
        </p:nvGraphicFramePr>
        <p:xfrm>
          <a:off x="3737813" y="4866735"/>
          <a:ext cx="4224760" cy="1114066"/>
        </p:xfrm>
        <a:graphic>
          <a:graphicData uri="http://schemas.openxmlformats.org/drawingml/2006/table">
            <a:tbl>
              <a:tblPr firstRow="1" firstCol="1" bandRow="1"/>
              <a:tblGrid>
                <a:gridCol w="2112380">
                  <a:extLst>
                    <a:ext uri="{9D8B030D-6E8A-4147-A177-3AD203B41FA5}">
                      <a16:colId xmlns:a16="http://schemas.microsoft.com/office/drawing/2014/main" val="617002524"/>
                    </a:ext>
                  </a:extLst>
                </a:gridCol>
                <a:gridCol w="2112380">
                  <a:extLst>
                    <a:ext uri="{9D8B030D-6E8A-4147-A177-3AD203B41FA5}">
                      <a16:colId xmlns:a16="http://schemas.microsoft.com/office/drawing/2014/main" val="853459616"/>
                    </a:ext>
                  </a:extLst>
                </a:gridCol>
              </a:tblGrid>
              <a:tr h="3768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NIE22CS019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ATHUL BABU K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6426871"/>
                  </a:ext>
                </a:extLst>
              </a:tr>
              <a:tr h="36030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NIE22CS023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ABRIEL M S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99948"/>
                  </a:ext>
                </a:extLst>
              </a:tr>
              <a:tr h="3768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NIE22CS028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JAYDEV JOSHY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40522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E351999-FD50-A68C-7382-2AF31EFEEBCD}"/>
              </a:ext>
            </a:extLst>
          </p:cNvPr>
          <p:cNvSpPr txBox="1"/>
          <p:nvPr/>
        </p:nvSpPr>
        <p:spPr>
          <a:xfrm>
            <a:off x="284746" y="5980801"/>
            <a:ext cx="11622508" cy="47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Mrs Sisira K I 							Date: 24.09.2025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8CF748-F89F-70C5-E946-989D0E149BBD}"/>
              </a:ext>
            </a:extLst>
          </p:cNvPr>
          <p:cNvSpPr txBox="1"/>
          <p:nvPr/>
        </p:nvSpPr>
        <p:spPr>
          <a:xfrm>
            <a:off x="2358188" y="2369656"/>
            <a:ext cx="7475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INTERIM PRESENTATION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E66DE7-3C77-2894-F3F5-0260E5BCD111}"/>
              </a:ext>
            </a:extLst>
          </p:cNvPr>
          <p:cNvSpPr txBox="1"/>
          <p:nvPr/>
        </p:nvSpPr>
        <p:spPr>
          <a:xfrm>
            <a:off x="4805319" y="1809605"/>
            <a:ext cx="2870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1</a:t>
            </a:r>
            <a:endParaRPr lang="en-IN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A1F4-FB11-B93C-41B7-ACC41D023D5D}"/>
              </a:ext>
            </a:extLst>
          </p:cNvPr>
          <p:cNvSpPr/>
          <p:nvPr/>
        </p:nvSpPr>
        <p:spPr>
          <a:xfrm>
            <a:off x="7309" y="3280583"/>
            <a:ext cx="12192000" cy="7815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Garbage Dump Detection &amp; Waste Management System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A266D0E-BACE-FB71-20E2-8959C24E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0142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43AAE6-543A-6BFC-CC49-6BFA14A8BEE2}"/>
              </a:ext>
            </a:extLst>
          </p:cNvPr>
          <p:cNvSpPr txBox="1"/>
          <p:nvPr/>
        </p:nvSpPr>
        <p:spPr>
          <a:xfrm>
            <a:off x="1082842" y="1900064"/>
            <a:ext cx="1925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D8DB4-A18A-BE50-A29E-148BB7CE4183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492FC4-95CD-3D00-5AB6-574CE3129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23284"/>
            <a:ext cx="5334000" cy="3018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E9B1C-ED88-14C7-8591-A04E32CCE66B}"/>
              </a:ext>
            </a:extLst>
          </p:cNvPr>
          <p:cNvSpPr txBox="1"/>
          <p:nvPr/>
        </p:nvSpPr>
        <p:spPr>
          <a:xfrm>
            <a:off x="1547674" y="2515144"/>
            <a:ext cx="7331242" cy="4342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E10D8-04E8-7396-6874-627AE9E1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1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0F575F-3894-90C3-5459-CBBBAA02C000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AC672-B86B-5B53-ED5C-182FE388B99E}"/>
              </a:ext>
            </a:extLst>
          </p:cNvPr>
          <p:cNvSpPr txBox="1"/>
          <p:nvPr/>
        </p:nvSpPr>
        <p:spPr>
          <a:xfrm>
            <a:off x="770020" y="1459832"/>
            <a:ext cx="105035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Abstract: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 system to combat illegal dumping and to bring awareness about proper waste management made using computer vision (YOLOv8), geolocation (Google Maps API), and public engagement tools.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A4249-4946-FE52-8460-DE0CB5BCAF61}"/>
              </a:ext>
            </a:extLst>
          </p:cNvPr>
          <p:cNvSpPr txBox="1"/>
          <p:nvPr/>
        </p:nvSpPr>
        <p:spPr>
          <a:xfrm>
            <a:off x="770022" y="3377392"/>
            <a:ext cx="106519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Features: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Detection</a:t>
            </a: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Real-time illegal dump identification via CCTV.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Reporting:</a:t>
            </a: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Automated alerts to authorities with GPS coordinates and snapshots.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Map Provision: </a:t>
            </a: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Provide maps which show legal dumping areas and frequently dumped places.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Public Support:</a:t>
            </a: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 waste management guide which helps understand the ways of proper waste disposal.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94080-757C-D834-C3B6-07B2297C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4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25C87-73D8-DFD8-4984-AAA465FCBE60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E62C3-0631-0230-09E5-74976CCB174A}"/>
              </a:ext>
            </a:extLst>
          </p:cNvPr>
          <p:cNvSpPr txBox="1"/>
          <p:nvPr/>
        </p:nvSpPr>
        <p:spPr>
          <a:xfrm>
            <a:off x="745958" y="1956802"/>
            <a:ext cx="10924674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Illegal Waste Dumping is a Major Issue in India</a:t>
            </a:r>
          </a:p>
          <a:p>
            <a:pPr marL="0" indent="0" algn="ctr">
              <a:buNone/>
            </a:pP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Limited public access to legal disposal sites.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Lack of offender accountability.</a:t>
            </a:r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Waste often accumulates in unauthorized/random places.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Health/environmental risks from uncontrolled waste.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Manual monitoring is inefficient and unscalable.</a:t>
            </a:r>
            <a:endParaRPr lang="en-IN" sz="2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04E579-EA9D-6A7E-2925-20474AD4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72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BB408A-D220-5973-6655-962384AB08E5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EA3D4-A918-60D2-D2D7-1C424A406F82}"/>
              </a:ext>
            </a:extLst>
          </p:cNvPr>
          <p:cNvSpPr txBox="1"/>
          <p:nvPr/>
        </p:nvSpPr>
        <p:spPr>
          <a:xfrm>
            <a:off x="364368" y="1627094"/>
            <a:ext cx="114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 – Deep Learning-Based Garbage Detection (Lakshmi et al., 2022)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79AE0-2CB7-D4BC-8900-E0FBCDD622F1}"/>
              </a:ext>
            </a:extLst>
          </p:cNvPr>
          <p:cNvSpPr txBox="1"/>
          <p:nvPr/>
        </p:nvSpPr>
        <p:spPr>
          <a:xfrm>
            <a:off x="672353" y="2351015"/>
            <a:ext cx="1135828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garbage detection in street images for smart cities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YOLOv3 object detection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images (50 train, 50 test)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garbage in all test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some instances (low recall)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 impacted performance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C5A32-CEAD-98F2-7F5A-DD387CA5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95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D76929-C966-E4D2-3E20-781CD7926CBF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6ABD5-C859-3968-91CB-FDF3364F3401}"/>
              </a:ext>
            </a:extLst>
          </p:cNvPr>
          <p:cNvSpPr txBox="1"/>
          <p:nvPr/>
        </p:nvSpPr>
        <p:spPr>
          <a:xfrm>
            <a:off x="364368" y="1627094"/>
            <a:ext cx="114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 – OCR Techniques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(Srivastava et al., 2022)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4C0B8-5181-DDB1-7D26-5967B775AD7B}"/>
              </a:ext>
            </a:extLst>
          </p:cNvPr>
          <p:cNvSpPr txBox="1"/>
          <p:nvPr/>
        </p:nvSpPr>
        <p:spPr>
          <a:xfrm>
            <a:off x="645459" y="2317576"/>
            <a:ext cx="11358282" cy="381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pipeline and challenges with Indian scripts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 plate recognition for violator ID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(&gt;95%) for printed text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scripts pose challenges (e.g.,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shirorekha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is critical for real-world images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7816B-7CB6-3DC9-991D-A026F1D5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8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AFA3C2-C094-7465-541D-9E332F32CCA9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8FDA3-1723-CD65-90AC-EE2F4A2C1BCE}"/>
              </a:ext>
            </a:extLst>
          </p:cNvPr>
          <p:cNvSpPr txBox="1"/>
          <p:nvPr/>
        </p:nvSpPr>
        <p:spPr>
          <a:xfrm>
            <a:off x="364368" y="1627094"/>
            <a:ext cx="114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 – CNN Survey (Li et al., 2021)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8BB03-4A97-3CFC-7312-BDEB759CDF34}"/>
              </a:ext>
            </a:extLst>
          </p:cNvPr>
          <p:cNvSpPr txBox="1"/>
          <p:nvPr/>
        </p:nvSpPr>
        <p:spPr>
          <a:xfrm>
            <a:off x="632012" y="2317576"/>
            <a:ext cx="11358282" cy="3257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review of CNN architectures and components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Adam optimizer recommended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(e.g.,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suitable for real-time 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Deformable convolutions handle object variability.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9FBF-EFBE-6A10-F1BA-B3E3DE46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76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D85DE-B8D8-94EC-4592-1EDEE49BCEC6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3F6D4-5A2B-5908-203E-27F068CC5222}"/>
              </a:ext>
            </a:extLst>
          </p:cNvPr>
          <p:cNvSpPr txBox="1"/>
          <p:nvPr/>
        </p:nvSpPr>
        <p:spPr>
          <a:xfrm>
            <a:off x="364368" y="1627094"/>
            <a:ext cx="114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 –  Waste Management Concept (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Amasuomo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Baird, 2021)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78C9B-F3A3-6435-2228-850DE51A66EF}"/>
              </a:ext>
            </a:extLst>
          </p:cNvPr>
          <p:cNvSpPr txBox="1"/>
          <p:nvPr/>
        </p:nvSpPr>
        <p:spPr>
          <a:xfrm>
            <a:off x="645459" y="2317576"/>
            <a:ext cx="11358282" cy="344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Definition, classification, and management of waste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is subjective and context-dependent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classification of solid waste (MSW, industrial, etc.)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hierarchy: recycle &gt; landfill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F7CC7-583A-5295-E235-9B8F54E0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53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72600C-4378-86F3-BB0C-64871C89BA17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05945-1065-0AAB-98AA-30A4851B1FC2}"/>
              </a:ext>
            </a:extLst>
          </p:cNvPr>
          <p:cNvSpPr txBox="1"/>
          <p:nvPr/>
        </p:nvSpPr>
        <p:spPr>
          <a:xfrm>
            <a:off x="364368" y="1627094"/>
            <a:ext cx="11463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5 –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Survey (Wong, 2020)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15E37-29E6-9F19-3134-2FAAA79F87E9}"/>
              </a:ext>
            </a:extLst>
          </p:cNvPr>
          <p:cNvSpPr txBox="1"/>
          <p:nvPr/>
        </p:nvSpPr>
        <p:spPr>
          <a:xfrm>
            <a:off x="658906" y="2317576"/>
            <a:ext cx="11358282" cy="399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clustering methods for hotspot detection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illegal dumping hotspots using GPS data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Density-based algorithms like DBSCAN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is suitable for spatial clustering of dumping events.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arbitrary shapes and noise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predefine cluster count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1B735-D5D2-B501-1808-3D2001E1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0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FF57D6-3DD8-DEBF-5FE8-EBCAF3B68E08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ED5FE-5DDA-8DD7-6A0A-B8D62A4F4591}"/>
              </a:ext>
            </a:extLst>
          </p:cNvPr>
          <p:cNvSpPr txBox="1"/>
          <p:nvPr/>
        </p:nvSpPr>
        <p:spPr>
          <a:xfrm>
            <a:off x="3715870" y="1653988"/>
            <a:ext cx="4760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→ Process →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4A0E2-B4A0-89FE-CDCA-2FE2B99740A6}"/>
              </a:ext>
            </a:extLst>
          </p:cNvPr>
          <p:cNvSpPr txBox="1"/>
          <p:nvPr/>
        </p:nvSpPr>
        <p:spPr>
          <a:xfrm>
            <a:off x="537882" y="2177208"/>
            <a:ext cx="110669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Live CCTV footage from multiple locations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YOLOv5/YOLOv8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illegal garbage dumping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attempts offender recognition (vehicle number plate)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GMaps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logs location &amp; updates frequency map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dumping hotspots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module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suggests legal disposal sites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assists users with queries and education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Automated report to authorities + interactive web/app dashboard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40B1-F4B7-2408-7A60-F515DCFE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84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C2201-F027-7176-0AFC-4D3084892AFF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Core AI &amp; Detection Process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92120-91A2-C295-C28F-ED8319E4C298}"/>
              </a:ext>
            </a:extLst>
          </p:cNvPr>
          <p:cNvSpPr txBox="1"/>
          <p:nvPr/>
        </p:nvSpPr>
        <p:spPr>
          <a:xfrm>
            <a:off x="712694" y="1788459"/>
            <a:ext cx="611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&amp; Recognition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3BEAA-6324-DFD7-D3D6-6AE05E618C29}"/>
              </a:ext>
            </a:extLst>
          </p:cNvPr>
          <p:cNvSpPr txBox="1"/>
          <p:nvPr/>
        </p:nvSpPr>
        <p:spPr>
          <a:xfrm>
            <a:off x="1021975" y="2451816"/>
            <a:ext cx="8942296" cy="3673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immediate dump identification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violator recognition (if visible)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tagging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frequency mapping using Google Maps API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detect high-frequency violation zones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31BD4-7FE3-18E1-BEC5-17632690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0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E44E8-E95D-C69E-0BDD-C632B88BAE41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Output &amp; User Interaction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BEA90-BFEA-8005-D30B-EC8F766FE076}"/>
              </a:ext>
            </a:extLst>
          </p:cNvPr>
          <p:cNvSpPr txBox="1"/>
          <p:nvPr/>
        </p:nvSpPr>
        <p:spPr>
          <a:xfrm>
            <a:off x="712694" y="1788459"/>
            <a:ext cx="611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Public Interface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4255B-EE04-92F3-91C2-6DCE59A41398}"/>
              </a:ext>
            </a:extLst>
          </p:cNvPr>
          <p:cNvSpPr txBox="1"/>
          <p:nvPr/>
        </p:nvSpPr>
        <p:spPr>
          <a:xfrm>
            <a:off x="1021974" y="2451816"/>
            <a:ext cx="11012709" cy="42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 with evidence (image/video, time, location, offender data if available)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officials and public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disposal guidelines and FAQs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visualization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suggested legal disposal sites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4F6E6-3902-45D1-0554-DE829EF8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6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965D31-F65B-A577-DD32-FB88C8548189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9E8CA-363C-8742-07A4-D5EBDC309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728" y="1573307"/>
            <a:ext cx="8994978" cy="51242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624E-C9D1-B58B-8433-71C13FBA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1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AAFDB-D7B7-DD21-3F9E-3C548096D13B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5A9B3-7DF8-7ED9-7FB4-47F3CA5B4225}"/>
              </a:ext>
            </a:extLst>
          </p:cNvPr>
          <p:cNvSpPr txBox="1"/>
          <p:nvPr/>
        </p:nvSpPr>
        <p:spPr>
          <a:xfrm>
            <a:off x="712694" y="1788459"/>
            <a:ext cx="611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Tasks: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99F95-28CA-7836-E2B3-1282C48CB2DA}"/>
              </a:ext>
            </a:extLst>
          </p:cNvPr>
          <p:cNvSpPr txBox="1"/>
          <p:nvPr/>
        </p:nvSpPr>
        <p:spPr>
          <a:xfrm>
            <a:off x="1021974" y="2451816"/>
            <a:ext cx="11170025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Completed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5 key papers covering AI detection, OCR, CNNs, waste management, and clustering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best practices and potential pitfalls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Finalized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defined (Detection, ID, Geo, Hotspot, Chatbot, etc.)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selected (YOLOv8, Django, React, Google Maps API, DBSCAN, etc.)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1BBC-84B9-BA54-44E4-5A092DD3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77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63B45-137F-66E2-2F8E-A17AA2B03B62}"/>
              </a:ext>
            </a:extLst>
          </p:cNvPr>
          <p:cNvSpPr/>
          <p:nvPr/>
        </p:nvSpPr>
        <p:spPr>
          <a:xfrm>
            <a:off x="0" y="160422"/>
            <a:ext cx="12192000" cy="12994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9AEB9-C9BC-1D3C-7276-FEC69B79D726}"/>
              </a:ext>
            </a:extLst>
          </p:cNvPr>
          <p:cNvSpPr txBox="1">
            <a:spLocks/>
          </p:cNvSpPr>
          <p:nvPr/>
        </p:nvSpPr>
        <p:spPr>
          <a:xfrm>
            <a:off x="145676" y="1869140"/>
            <a:ext cx="11900647" cy="51108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[1] D. Yu et al.,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"Detection of Illegal Dumping Using YOLO,“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IEEE AVSS, 2024.  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[2] E. </a:t>
            </a:r>
            <a:r>
              <a:rPr lang="en-US" sz="24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Amasuomo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J. Baird,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"The Concept of Waste and Waste Management," 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Journal of Management and Sustainability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vol. 6, no. 4, pp. 88–96, 2021.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[3] K.-C. Wong,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US" sz="24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Short Survey on Data Clustering Algorithms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Nov. 2020. 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[4] Z. Li, F. Liu, W. Yang, S. Peng, and J. Zhou,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Survey of Convolutional Neural Networks: Analysis, Applications, and Prospects," 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IEEE Transactions on Neural Networks and Learning Systems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vol. 33, no. 6, pp. 1–21, Jun. 2021.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[5]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Srivastava, A. Verma, and S. Sharma,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"Optical Character Recognition Techniques: A Review,"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IEEE International Students' Conference on Electrical, Electronics and Computer Science (SCEECS)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1–6, 2022.</a:t>
            </a:r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01D6-E753-ABBC-E47C-F5F0838F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83C6-08CF-47CC-B397-4F49BA98693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6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E5AE7F-A932-7CDF-1599-360341F17248}"/>
              </a:ext>
            </a:extLst>
          </p:cNvPr>
          <p:cNvSpPr/>
          <p:nvPr/>
        </p:nvSpPr>
        <p:spPr>
          <a:xfrm>
            <a:off x="0" y="137652"/>
            <a:ext cx="12192000" cy="65679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D79B-1F82-FEB2-BE10-1FEBEB43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7203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954</Words>
  <Application>Microsoft Office PowerPoint</Application>
  <PresentationFormat>Widescreen</PresentationFormat>
  <Paragraphs>141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Athul Babu K</dc:creator>
  <cp:lastModifiedBy>Athul Babu K</cp:lastModifiedBy>
  <cp:revision>2</cp:revision>
  <dcterms:created xsi:type="dcterms:W3CDTF">2025-09-23T15:21:25Z</dcterms:created>
  <dcterms:modified xsi:type="dcterms:W3CDTF">2025-09-23T17:28:58Z</dcterms:modified>
</cp:coreProperties>
</file>